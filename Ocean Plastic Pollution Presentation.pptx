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4" r:id="rId3"/>
    <p:sldId id="265" r:id="rId4"/>
    <p:sldId id="263" r:id="rId5"/>
    <p:sldId id="259" r:id="rId6"/>
    <p:sldId id="257" r:id="rId7"/>
    <p:sldId id="258" r:id="rId8"/>
    <p:sldId id="260" r:id="rId9"/>
    <p:sldId id="261" r:id="rId10"/>
    <p:sldId id="26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7FED33-728E-47DC-ABCD-8F6DEA232ED7}" v="11" dt="2025-11-20T11:55:25.2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5" d="100"/>
          <a:sy n="75" d="100"/>
        </p:scale>
        <p:origin x="144"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ed nikkas" userId="5c9c0c3dd30f5128" providerId="LiveId" clId="{B1EAA15B-D96D-4B88-AEBF-9C10A7F312A4}"/>
    <pc:docChg chg="custSel modSld sldOrd">
      <pc:chgData name="mohamed nikkas" userId="5c9c0c3dd30f5128" providerId="LiveId" clId="{B1EAA15B-D96D-4B88-AEBF-9C10A7F312A4}" dt="2025-11-20T11:59:20.547" v="535" actId="1076"/>
      <pc:docMkLst>
        <pc:docMk/>
      </pc:docMkLst>
      <pc:sldChg chg="addSp modSp mod">
        <pc:chgData name="mohamed nikkas" userId="5c9c0c3dd30f5128" providerId="LiveId" clId="{B1EAA15B-D96D-4B88-AEBF-9C10A7F312A4}" dt="2025-11-20T11:35:48.920" v="200" actId="1076"/>
        <pc:sldMkLst>
          <pc:docMk/>
          <pc:sldMk cId="2486791310" sldId="257"/>
        </pc:sldMkLst>
        <pc:spChg chg="add mod">
          <ac:chgData name="mohamed nikkas" userId="5c9c0c3dd30f5128" providerId="LiveId" clId="{B1EAA15B-D96D-4B88-AEBF-9C10A7F312A4}" dt="2025-11-20T11:30:17.204" v="157" actId="1076"/>
          <ac:spMkLst>
            <pc:docMk/>
            <pc:sldMk cId="2486791310" sldId="257"/>
            <ac:spMk id="3" creationId="{4712220F-CF0C-087B-87DF-6D2BFE08F1BB}"/>
          </ac:spMkLst>
        </pc:spChg>
        <pc:spChg chg="add mod">
          <ac:chgData name="mohamed nikkas" userId="5c9c0c3dd30f5128" providerId="LiveId" clId="{B1EAA15B-D96D-4B88-AEBF-9C10A7F312A4}" dt="2025-11-20T11:35:48.920" v="200" actId="1076"/>
          <ac:spMkLst>
            <pc:docMk/>
            <pc:sldMk cId="2486791310" sldId="257"/>
            <ac:spMk id="7" creationId="{7BD3D2C1-B0CC-4989-2CC6-F98386DEAD97}"/>
          </ac:spMkLst>
        </pc:spChg>
        <pc:picChg chg="add mod">
          <ac:chgData name="mohamed nikkas" userId="5c9c0c3dd30f5128" providerId="LiveId" clId="{B1EAA15B-D96D-4B88-AEBF-9C10A7F312A4}" dt="2025-11-20T11:30:48.713" v="162" actId="14100"/>
          <ac:picMkLst>
            <pc:docMk/>
            <pc:sldMk cId="2486791310" sldId="257"/>
            <ac:picMk id="5" creationId="{03C3241E-502E-2575-333B-6A1120907FDD}"/>
          </ac:picMkLst>
        </pc:picChg>
      </pc:sldChg>
      <pc:sldChg chg="addSp modSp mod ord">
        <pc:chgData name="mohamed nikkas" userId="5c9c0c3dd30f5128" providerId="LiveId" clId="{B1EAA15B-D96D-4B88-AEBF-9C10A7F312A4}" dt="2025-11-20T11:39:19.208" v="209" actId="1076"/>
        <pc:sldMkLst>
          <pc:docMk/>
          <pc:sldMk cId="1885694804" sldId="258"/>
        </pc:sldMkLst>
        <pc:spChg chg="add mod">
          <ac:chgData name="mohamed nikkas" userId="5c9c0c3dd30f5128" providerId="LiveId" clId="{B1EAA15B-D96D-4B88-AEBF-9C10A7F312A4}" dt="2025-11-20T11:39:19.208" v="209" actId="1076"/>
          <ac:spMkLst>
            <pc:docMk/>
            <pc:sldMk cId="1885694804" sldId="258"/>
            <ac:spMk id="3" creationId="{DFB88802-EC51-FBE7-DE83-ECC1F2776C8D}"/>
          </ac:spMkLst>
        </pc:spChg>
      </pc:sldChg>
      <pc:sldChg chg="addSp modSp mod ord">
        <pc:chgData name="mohamed nikkas" userId="5c9c0c3dd30f5128" providerId="LiveId" clId="{B1EAA15B-D96D-4B88-AEBF-9C10A7F312A4}" dt="2025-11-20T11:53:15.606" v="234" actId="1076"/>
        <pc:sldMkLst>
          <pc:docMk/>
          <pc:sldMk cId="1524396770" sldId="259"/>
        </pc:sldMkLst>
        <pc:spChg chg="add mod">
          <ac:chgData name="mohamed nikkas" userId="5c9c0c3dd30f5128" providerId="LiveId" clId="{B1EAA15B-D96D-4B88-AEBF-9C10A7F312A4}" dt="2025-11-20T11:53:15.606" v="234" actId="1076"/>
          <ac:spMkLst>
            <pc:docMk/>
            <pc:sldMk cId="1524396770" sldId="259"/>
            <ac:spMk id="4" creationId="{905DCE7F-3DB6-E0AB-8C47-9AEF1DF657B2}"/>
          </ac:spMkLst>
        </pc:spChg>
        <pc:picChg chg="add mod">
          <ac:chgData name="mohamed nikkas" userId="5c9c0c3dd30f5128" providerId="LiveId" clId="{B1EAA15B-D96D-4B88-AEBF-9C10A7F312A4}" dt="2025-11-20T11:43:26.983" v="216" actId="14100"/>
          <ac:picMkLst>
            <pc:docMk/>
            <pc:sldMk cId="1524396770" sldId="259"/>
            <ac:picMk id="2" creationId="{0040489E-D647-A147-D252-BA98B90ADEFC}"/>
          </ac:picMkLst>
        </pc:picChg>
      </pc:sldChg>
      <pc:sldChg chg="addSp delSp modSp mod">
        <pc:chgData name="mohamed nikkas" userId="5c9c0c3dd30f5128" providerId="LiveId" clId="{B1EAA15B-D96D-4B88-AEBF-9C10A7F312A4}" dt="2025-11-20T11:59:20.547" v="535" actId="1076"/>
        <pc:sldMkLst>
          <pc:docMk/>
          <pc:sldMk cId="1680061548" sldId="263"/>
        </pc:sldMkLst>
        <pc:spChg chg="add mod">
          <ac:chgData name="mohamed nikkas" userId="5c9c0c3dd30f5128" providerId="LiveId" clId="{B1EAA15B-D96D-4B88-AEBF-9C10A7F312A4}" dt="2025-11-20T11:59:20.547" v="535" actId="1076"/>
          <ac:spMkLst>
            <pc:docMk/>
            <pc:sldMk cId="1680061548" sldId="263"/>
            <ac:spMk id="3" creationId="{4A915779-8029-8920-8137-733064BCD9B1}"/>
          </ac:spMkLst>
        </pc:spChg>
        <pc:spChg chg="add mod">
          <ac:chgData name="mohamed nikkas" userId="5c9c0c3dd30f5128" providerId="LiveId" clId="{B1EAA15B-D96D-4B88-AEBF-9C10A7F312A4}" dt="2025-11-20T11:59:09.823" v="533" actId="1076"/>
          <ac:spMkLst>
            <pc:docMk/>
            <pc:sldMk cId="1680061548" sldId="263"/>
            <ac:spMk id="11" creationId="{B7113829-5997-E3C2-50A9-74D734AC14CC}"/>
          </ac:spMkLst>
        </pc:spChg>
        <pc:picChg chg="add mod">
          <ac:chgData name="mohamed nikkas" userId="5c9c0c3dd30f5128" providerId="LiveId" clId="{B1EAA15B-D96D-4B88-AEBF-9C10A7F312A4}" dt="2025-11-20T11:59:16.464" v="534" actId="1076"/>
          <ac:picMkLst>
            <pc:docMk/>
            <pc:sldMk cId="1680061548" sldId="263"/>
            <ac:picMk id="5" creationId="{CE6091A8-D406-9E1E-29A1-40E9872F99C2}"/>
          </ac:picMkLst>
        </pc:picChg>
        <pc:picChg chg="add del mod">
          <ac:chgData name="mohamed nikkas" userId="5c9c0c3dd30f5128" providerId="LiveId" clId="{B1EAA15B-D96D-4B88-AEBF-9C10A7F312A4}" dt="2025-11-20T11:53:23.245" v="235" actId="21"/>
          <ac:picMkLst>
            <pc:docMk/>
            <pc:sldMk cId="1680061548" sldId="263"/>
            <ac:picMk id="7" creationId="{FF1AF7E7-2F84-753D-9FFE-0B8403D83FEA}"/>
          </ac:picMkLst>
        </pc:picChg>
        <pc:picChg chg="add del mod">
          <ac:chgData name="mohamed nikkas" userId="5c9c0c3dd30f5128" providerId="LiveId" clId="{B1EAA15B-D96D-4B88-AEBF-9C10A7F312A4}" dt="2025-11-20T11:55:34.354" v="240" actId="21"/>
          <ac:picMkLst>
            <pc:docMk/>
            <pc:sldMk cId="1680061548" sldId="263"/>
            <ac:picMk id="8" creationId="{FF1AF7E7-2F84-753D-9FFE-0B8403D83FEA}"/>
          </ac:picMkLst>
        </pc:picChg>
        <pc:picChg chg="add del mod">
          <ac:chgData name="mohamed nikkas" userId="5c9c0c3dd30f5128" providerId="LiveId" clId="{B1EAA15B-D96D-4B88-AEBF-9C10A7F312A4}" dt="2025-11-20T11:55:30.040" v="239" actId="21"/>
          <ac:picMkLst>
            <pc:docMk/>
            <pc:sldMk cId="1680061548" sldId="263"/>
            <ac:picMk id="9" creationId="{309BB1CB-2763-FA65-892D-7E5C3D1ADAE9}"/>
          </ac:picMkLst>
        </pc:picChg>
      </pc:sldChg>
      <pc:sldChg chg="modSp mod">
        <pc:chgData name="mohamed nikkas" userId="5c9c0c3dd30f5128" providerId="LiveId" clId="{B1EAA15B-D96D-4B88-AEBF-9C10A7F312A4}" dt="2025-11-20T09:27:00.265" v="45" actId="20577"/>
        <pc:sldMkLst>
          <pc:docMk/>
          <pc:sldMk cId="1886683160" sldId="264"/>
        </pc:sldMkLst>
        <pc:spChg chg="mod">
          <ac:chgData name="mohamed nikkas" userId="5c9c0c3dd30f5128" providerId="LiveId" clId="{B1EAA15B-D96D-4B88-AEBF-9C10A7F312A4}" dt="2025-11-20T09:27:00.265" v="45" actId="20577"/>
          <ac:spMkLst>
            <pc:docMk/>
            <pc:sldMk cId="1886683160" sldId="264"/>
            <ac:spMk id="13" creationId="{96C2400B-EE44-C64A-23D9-E81EDD21ED79}"/>
          </ac:spMkLst>
        </pc:spChg>
      </pc:sldChg>
      <pc:sldChg chg="addSp delSp modSp mod">
        <pc:chgData name="mohamed nikkas" userId="5c9c0c3dd30f5128" providerId="LiveId" clId="{B1EAA15B-D96D-4B88-AEBF-9C10A7F312A4}" dt="2025-11-20T11:39:54.562" v="210" actId="20577"/>
        <pc:sldMkLst>
          <pc:docMk/>
          <pc:sldMk cId="4281129989" sldId="265"/>
        </pc:sldMkLst>
        <pc:spChg chg="mod">
          <ac:chgData name="mohamed nikkas" userId="5c9c0c3dd30f5128" providerId="LiveId" clId="{B1EAA15B-D96D-4B88-AEBF-9C10A7F312A4}" dt="2025-11-20T11:39:54.562" v="210" actId="20577"/>
          <ac:spMkLst>
            <pc:docMk/>
            <pc:sldMk cId="4281129989" sldId="265"/>
            <ac:spMk id="3" creationId="{EA6624E0-5978-4D67-51EC-795587E56CDD}"/>
          </ac:spMkLst>
        </pc:spChg>
        <pc:picChg chg="add del mod">
          <ac:chgData name="mohamed nikkas" userId="5c9c0c3dd30f5128" providerId="LiveId" clId="{B1EAA15B-D96D-4B88-AEBF-9C10A7F312A4}" dt="2025-11-20T09:34:04.072" v="52" actId="21"/>
          <ac:picMkLst>
            <pc:docMk/>
            <pc:sldMk cId="4281129989" sldId="265"/>
            <ac:picMk id="4" creationId="{D6F0D782-F89D-07F3-D5B5-E272F4615EEE}"/>
          </ac:picMkLst>
        </pc:picChg>
        <pc:picChg chg="add del mod">
          <ac:chgData name="mohamed nikkas" userId="5c9c0c3dd30f5128" providerId="LiveId" clId="{B1EAA15B-D96D-4B88-AEBF-9C10A7F312A4}" dt="2025-11-20T09:34:02.080" v="51" actId="21"/>
          <ac:picMkLst>
            <pc:docMk/>
            <pc:sldMk cId="4281129989" sldId="265"/>
            <ac:picMk id="5" creationId="{91059225-9A7A-A3C4-9288-E9204376A0B4}"/>
          </ac:picMkLst>
        </pc:picChg>
        <pc:picChg chg="add del mod">
          <ac:chgData name="mohamed nikkas" userId="5c9c0c3dd30f5128" providerId="LiveId" clId="{B1EAA15B-D96D-4B88-AEBF-9C10A7F312A4}" dt="2025-11-20T09:33:59.655" v="50" actId="21"/>
          <ac:picMkLst>
            <pc:docMk/>
            <pc:sldMk cId="4281129989" sldId="265"/>
            <ac:picMk id="6" creationId="{B99D6540-99BA-06E8-6B02-ADB00A7FB49D}"/>
          </ac:picMkLst>
        </pc:picChg>
        <pc:picChg chg="add mod">
          <ac:chgData name="mohamed nikkas" userId="5c9c0c3dd30f5128" providerId="LiveId" clId="{B1EAA15B-D96D-4B88-AEBF-9C10A7F312A4}" dt="2025-11-20T10:38:49.790" v="110" actId="14100"/>
          <ac:picMkLst>
            <pc:docMk/>
            <pc:sldMk cId="4281129989" sldId="265"/>
            <ac:picMk id="8" creationId="{71F6A0AD-C01D-901B-19A1-AAB43A67223F}"/>
          </ac:picMkLst>
        </pc:picChg>
        <pc:picChg chg="add mod">
          <ac:chgData name="mohamed nikkas" userId="5c9c0c3dd30f5128" providerId="LiveId" clId="{B1EAA15B-D96D-4B88-AEBF-9C10A7F312A4}" dt="2025-11-20T10:38:54.437" v="111" actId="14100"/>
          <ac:picMkLst>
            <pc:docMk/>
            <pc:sldMk cId="4281129989" sldId="265"/>
            <ac:picMk id="10" creationId="{1CC7A8C2-D429-29FD-9B93-5FB9BC9C08A1}"/>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25D37-A11D-C5AF-E473-98CB72B2F20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IN"/>
          </a:p>
        </p:txBody>
      </p:sp>
      <p:sp>
        <p:nvSpPr>
          <p:cNvPr id="3" name="Subtitle 2">
            <a:extLst>
              <a:ext uri="{FF2B5EF4-FFF2-40B4-BE49-F238E27FC236}">
                <a16:creationId xmlns:a16="http://schemas.microsoft.com/office/drawing/2014/main" id="{1B0EB602-2B9D-B90A-C981-2F7DCEF4729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IN"/>
          </a:p>
        </p:txBody>
      </p:sp>
      <p:sp>
        <p:nvSpPr>
          <p:cNvPr id="4" name="Date Placeholder 3">
            <a:extLst>
              <a:ext uri="{FF2B5EF4-FFF2-40B4-BE49-F238E27FC236}">
                <a16:creationId xmlns:a16="http://schemas.microsoft.com/office/drawing/2014/main" id="{94A51D00-F636-89FC-972C-B1F893D67786}"/>
              </a:ext>
            </a:extLst>
          </p:cNvPr>
          <p:cNvSpPr>
            <a:spLocks noGrp="1"/>
          </p:cNvSpPr>
          <p:nvPr>
            <p:ph type="dt" sz="half" idx="10"/>
          </p:nvPr>
        </p:nvSpPr>
        <p:spPr/>
        <p:txBody>
          <a:bodyPr/>
          <a:lstStyle/>
          <a:p>
            <a:fld id="{73F12EBF-19B0-4212-91F8-61C72069B485}" type="datetimeFigureOut">
              <a:rPr lang="en-IN" smtClean="0"/>
              <a:t>20-11-2025</a:t>
            </a:fld>
            <a:endParaRPr lang="en-IN"/>
          </a:p>
        </p:txBody>
      </p:sp>
      <p:sp>
        <p:nvSpPr>
          <p:cNvPr id="5" name="Footer Placeholder 4">
            <a:extLst>
              <a:ext uri="{FF2B5EF4-FFF2-40B4-BE49-F238E27FC236}">
                <a16:creationId xmlns:a16="http://schemas.microsoft.com/office/drawing/2014/main" id="{AD237221-C557-44F5-A496-A7602F28BE3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11DFFDE-9F6B-422A-88D5-DABB7BABFB7F}"/>
              </a:ext>
            </a:extLst>
          </p:cNvPr>
          <p:cNvSpPr>
            <a:spLocks noGrp="1"/>
          </p:cNvSpPr>
          <p:nvPr>
            <p:ph type="sldNum" sz="quarter" idx="12"/>
          </p:nvPr>
        </p:nvSpPr>
        <p:spPr/>
        <p:txBody>
          <a:bodyPr/>
          <a:lstStyle/>
          <a:p>
            <a:fld id="{790F3B03-3281-4887-BAC3-8A0417646DA0}" type="slidenum">
              <a:rPr lang="en-IN" smtClean="0"/>
              <a:t>‹#›</a:t>
            </a:fld>
            <a:endParaRPr lang="en-IN"/>
          </a:p>
        </p:txBody>
      </p:sp>
    </p:spTree>
    <p:extLst>
      <p:ext uri="{BB962C8B-B14F-4D97-AF65-F5344CB8AC3E}">
        <p14:creationId xmlns:p14="http://schemas.microsoft.com/office/powerpoint/2010/main" val="9335666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328C7-E205-ABA9-7E5E-C3763C490AE1}"/>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C56ACE47-4DDF-D4DF-9E76-6408CE27DA4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E9639B75-AE42-E765-5933-EA327E47A5EA}"/>
              </a:ext>
            </a:extLst>
          </p:cNvPr>
          <p:cNvSpPr>
            <a:spLocks noGrp="1"/>
          </p:cNvSpPr>
          <p:nvPr>
            <p:ph type="dt" sz="half" idx="10"/>
          </p:nvPr>
        </p:nvSpPr>
        <p:spPr/>
        <p:txBody>
          <a:bodyPr/>
          <a:lstStyle/>
          <a:p>
            <a:fld id="{73F12EBF-19B0-4212-91F8-61C72069B485}" type="datetimeFigureOut">
              <a:rPr lang="en-IN" smtClean="0"/>
              <a:t>20-11-2025</a:t>
            </a:fld>
            <a:endParaRPr lang="en-IN"/>
          </a:p>
        </p:txBody>
      </p:sp>
      <p:sp>
        <p:nvSpPr>
          <p:cNvPr id="5" name="Footer Placeholder 4">
            <a:extLst>
              <a:ext uri="{FF2B5EF4-FFF2-40B4-BE49-F238E27FC236}">
                <a16:creationId xmlns:a16="http://schemas.microsoft.com/office/drawing/2014/main" id="{D2E314F7-FC0B-455E-A69C-379CA58A1A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44DD79D-8C19-9555-32C2-FF7EB8B5F90B}"/>
              </a:ext>
            </a:extLst>
          </p:cNvPr>
          <p:cNvSpPr>
            <a:spLocks noGrp="1"/>
          </p:cNvSpPr>
          <p:nvPr>
            <p:ph type="sldNum" sz="quarter" idx="12"/>
          </p:nvPr>
        </p:nvSpPr>
        <p:spPr/>
        <p:txBody>
          <a:bodyPr/>
          <a:lstStyle/>
          <a:p>
            <a:fld id="{790F3B03-3281-4887-BAC3-8A0417646DA0}" type="slidenum">
              <a:rPr lang="en-IN" smtClean="0"/>
              <a:t>‹#›</a:t>
            </a:fld>
            <a:endParaRPr lang="en-IN"/>
          </a:p>
        </p:txBody>
      </p:sp>
    </p:spTree>
    <p:extLst>
      <p:ext uri="{BB962C8B-B14F-4D97-AF65-F5344CB8AC3E}">
        <p14:creationId xmlns:p14="http://schemas.microsoft.com/office/powerpoint/2010/main" val="36821438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55E26-92EE-30F8-4FDC-0077364F4120}"/>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IN"/>
          </a:p>
        </p:txBody>
      </p:sp>
      <p:sp>
        <p:nvSpPr>
          <p:cNvPr id="3" name="Text Placeholder 2">
            <a:extLst>
              <a:ext uri="{FF2B5EF4-FFF2-40B4-BE49-F238E27FC236}">
                <a16:creationId xmlns:a16="http://schemas.microsoft.com/office/drawing/2014/main" id="{A3318ABD-2A20-CDE9-1A69-2F29243F6C4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A62162C-0FF8-CE69-EE12-13571DAE599B}"/>
              </a:ext>
            </a:extLst>
          </p:cNvPr>
          <p:cNvSpPr>
            <a:spLocks noGrp="1"/>
          </p:cNvSpPr>
          <p:nvPr>
            <p:ph type="dt" sz="half" idx="10"/>
          </p:nvPr>
        </p:nvSpPr>
        <p:spPr/>
        <p:txBody>
          <a:bodyPr/>
          <a:lstStyle/>
          <a:p>
            <a:fld id="{73F12EBF-19B0-4212-91F8-61C72069B485}" type="datetimeFigureOut">
              <a:rPr lang="en-IN" smtClean="0"/>
              <a:t>20-11-2025</a:t>
            </a:fld>
            <a:endParaRPr lang="en-IN"/>
          </a:p>
        </p:txBody>
      </p:sp>
      <p:sp>
        <p:nvSpPr>
          <p:cNvPr id="5" name="Footer Placeholder 4">
            <a:extLst>
              <a:ext uri="{FF2B5EF4-FFF2-40B4-BE49-F238E27FC236}">
                <a16:creationId xmlns:a16="http://schemas.microsoft.com/office/drawing/2014/main" id="{BA82C907-F194-1066-D91C-C4B53737E4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9BFACB5-2B38-0B83-F759-6B2F085A39AC}"/>
              </a:ext>
            </a:extLst>
          </p:cNvPr>
          <p:cNvSpPr>
            <a:spLocks noGrp="1"/>
          </p:cNvSpPr>
          <p:nvPr>
            <p:ph type="sldNum" sz="quarter" idx="12"/>
          </p:nvPr>
        </p:nvSpPr>
        <p:spPr/>
        <p:txBody>
          <a:bodyPr/>
          <a:lstStyle/>
          <a:p>
            <a:fld id="{790F3B03-3281-4887-BAC3-8A0417646DA0}" type="slidenum">
              <a:rPr lang="en-IN" smtClean="0"/>
              <a:t>‹#›</a:t>
            </a:fld>
            <a:endParaRPr lang="en-IN"/>
          </a:p>
        </p:txBody>
      </p:sp>
    </p:spTree>
    <p:extLst>
      <p:ext uri="{BB962C8B-B14F-4D97-AF65-F5344CB8AC3E}">
        <p14:creationId xmlns:p14="http://schemas.microsoft.com/office/powerpoint/2010/main" val="22981570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DEADB-8F19-7C8D-3621-E7DA38B6342B}"/>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5C575656-C548-0F06-C4ED-D9A9435C451C}"/>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Content Placeholder 3">
            <a:extLst>
              <a:ext uri="{FF2B5EF4-FFF2-40B4-BE49-F238E27FC236}">
                <a16:creationId xmlns:a16="http://schemas.microsoft.com/office/drawing/2014/main" id="{82C625B6-E4BC-AE08-8071-1B4EA01F57EE}"/>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Date Placeholder 4">
            <a:extLst>
              <a:ext uri="{FF2B5EF4-FFF2-40B4-BE49-F238E27FC236}">
                <a16:creationId xmlns:a16="http://schemas.microsoft.com/office/drawing/2014/main" id="{15E44590-C096-DA94-A5C6-9386EF6FDFD0}"/>
              </a:ext>
            </a:extLst>
          </p:cNvPr>
          <p:cNvSpPr>
            <a:spLocks noGrp="1"/>
          </p:cNvSpPr>
          <p:nvPr>
            <p:ph type="dt" sz="half" idx="10"/>
          </p:nvPr>
        </p:nvSpPr>
        <p:spPr/>
        <p:txBody>
          <a:bodyPr/>
          <a:lstStyle/>
          <a:p>
            <a:fld id="{73F12EBF-19B0-4212-91F8-61C72069B485}" type="datetimeFigureOut">
              <a:rPr lang="en-IN" smtClean="0"/>
              <a:t>20-11-2025</a:t>
            </a:fld>
            <a:endParaRPr lang="en-IN"/>
          </a:p>
        </p:txBody>
      </p:sp>
      <p:sp>
        <p:nvSpPr>
          <p:cNvPr id="6" name="Footer Placeholder 5">
            <a:extLst>
              <a:ext uri="{FF2B5EF4-FFF2-40B4-BE49-F238E27FC236}">
                <a16:creationId xmlns:a16="http://schemas.microsoft.com/office/drawing/2014/main" id="{42A0746C-5ECC-503B-4201-CC8E3F0BA33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977B063-D9C1-C0CC-5B44-54EF61A067B8}"/>
              </a:ext>
            </a:extLst>
          </p:cNvPr>
          <p:cNvSpPr>
            <a:spLocks noGrp="1"/>
          </p:cNvSpPr>
          <p:nvPr>
            <p:ph type="sldNum" sz="quarter" idx="12"/>
          </p:nvPr>
        </p:nvSpPr>
        <p:spPr/>
        <p:txBody>
          <a:bodyPr/>
          <a:lstStyle/>
          <a:p>
            <a:fld id="{790F3B03-3281-4887-BAC3-8A0417646DA0}" type="slidenum">
              <a:rPr lang="en-IN" smtClean="0"/>
              <a:t>‹#›</a:t>
            </a:fld>
            <a:endParaRPr lang="en-IN"/>
          </a:p>
        </p:txBody>
      </p:sp>
    </p:spTree>
    <p:extLst>
      <p:ext uri="{BB962C8B-B14F-4D97-AF65-F5344CB8AC3E}">
        <p14:creationId xmlns:p14="http://schemas.microsoft.com/office/powerpoint/2010/main" val="41082394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4EFC2-A15E-690D-18AD-CBF9E002823E}"/>
              </a:ext>
            </a:extLst>
          </p:cNvPr>
          <p:cNvSpPr>
            <a:spLocks noGrp="1"/>
          </p:cNvSpPr>
          <p:nvPr>
            <p:ph type="title"/>
          </p:nvPr>
        </p:nvSpPr>
        <p:spPr>
          <a:xfrm>
            <a:off x="839788" y="365125"/>
            <a:ext cx="10515600" cy="1325563"/>
          </a:xfrm>
        </p:spPr>
        <p:txBody>
          <a:bodyPr/>
          <a:lstStyle/>
          <a:p>
            <a:r>
              <a:rPr lang="en-GB"/>
              <a:t>Click to edit Master title style</a:t>
            </a:r>
            <a:endParaRPr lang="en-IN"/>
          </a:p>
        </p:txBody>
      </p:sp>
      <p:sp>
        <p:nvSpPr>
          <p:cNvPr id="3" name="Text Placeholder 2">
            <a:extLst>
              <a:ext uri="{FF2B5EF4-FFF2-40B4-BE49-F238E27FC236}">
                <a16:creationId xmlns:a16="http://schemas.microsoft.com/office/drawing/2014/main" id="{303394C4-7880-3561-687E-980B25321D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0B049EBA-FA21-A4EB-5723-45104A773EB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Text Placeholder 4">
            <a:extLst>
              <a:ext uri="{FF2B5EF4-FFF2-40B4-BE49-F238E27FC236}">
                <a16:creationId xmlns:a16="http://schemas.microsoft.com/office/drawing/2014/main" id="{864BC51C-1633-B82C-7904-3AA41592B4B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D72F454-AB3A-8CA2-3AED-2DEF86E99181}"/>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7" name="Date Placeholder 6">
            <a:extLst>
              <a:ext uri="{FF2B5EF4-FFF2-40B4-BE49-F238E27FC236}">
                <a16:creationId xmlns:a16="http://schemas.microsoft.com/office/drawing/2014/main" id="{F6F288BC-3FFE-0397-76A8-5DDC5AD5393E}"/>
              </a:ext>
            </a:extLst>
          </p:cNvPr>
          <p:cNvSpPr>
            <a:spLocks noGrp="1"/>
          </p:cNvSpPr>
          <p:nvPr>
            <p:ph type="dt" sz="half" idx="10"/>
          </p:nvPr>
        </p:nvSpPr>
        <p:spPr/>
        <p:txBody>
          <a:bodyPr/>
          <a:lstStyle/>
          <a:p>
            <a:fld id="{73F12EBF-19B0-4212-91F8-61C72069B485}" type="datetimeFigureOut">
              <a:rPr lang="en-IN" smtClean="0"/>
              <a:t>20-11-2025</a:t>
            </a:fld>
            <a:endParaRPr lang="en-IN"/>
          </a:p>
        </p:txBody>
      </p:sp>
      <p:sp>
        <p:nvSpPr>
          <p:cNvPr id="8" name="Footer Placeholder 7">
            <a:extLst>
              <a:ext uri="{FF2B5EF4-FFF2-40B4-BE49-F238E27FC236}">
                <a16:creationId xmlns:a16="http://schemas.microsoft.com/office/drawing/2014/main" id="{810215B2-2AA1-8CC1-A839-0452B345BC9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AA02B3F-0C04-DDA7-46A8-B8ECE7E6E981}"/>
              </a:ext>
            </a:extLst>
          </p:cNvPr>
          <p:cNvSpPr>
            <a:spLocks noGrp="1"/>
          </p:cNvSpPr>
          <p:nvPr>
            <p:ph type="sldNum" sz="quarter" idx="12"/>
          </p:nvPr>
        </p:nvSpPr>
        <p:spPr/>
        <p:txBody>
          <a:bodyPr/>
          <a:lstStyle/>
          <a:p>
            <a:fld id="{790F3B03-3281-4887-BAC3-8A0417646DA0}" type="slidenum">
              <a:rPr lang="en-IN" smtClean="0"/>
              <a:t>‹#›</a:t>
            </a:fld>
            <a:endParaRPr lang="en-IN"/>
          </a:p>
        </p:txBody>
      </p:sp>
    </p:spTree>
    <p:extLst>
      <p:ext uri="{BB962C8B-B14F-4D97-AF65-F5344CB8AC3E}">
        <p14:creationId xmlns:p14="http://schemas.microsoft.com/office/powerpoint/2010/main" val="42516438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0FC64-11A2-EEC4-0590-F5236AE08D1A}"/>
              </a:ext>
            </a:extLst>
          </p:cNvPr>
          <p:cNvSpPr>
            <a:spLocks noGrp="1"/>
          </p:cNvSpPr>
          <p:nvPr>
            <p:ph type="title"/>
          </p:nvPr>
        </p:nvSpPr>
        <p:spPr/>
        <p:txBody>
          <a:bodyPr/>
          <a:lstStyle/>
          <a:p>
            <a:r>
              <a:rPr lang="en-GB"/>
              <a:t>Click to edit Master title style</a:t>
            </a:r>
            <a:endParaRPr lang="en-IN"/>
          </a:p>
        </p:txBody>
      </p:sp>
      <p:sp>
        <p:nvSpPr>
          <p:cNvPr id="3" name="Date Placeholder 2">
            <a:extLst>
              <a:ext uri="{FF2B5EF4-FFF2-40B4-BE49-F238E27FC236}">
                <a16:creationId xmlns:a16="http://schemas.microsoft.com/office/drawing/2014/main" id="{51CE1F96-CBD2-045E-6ABC-151840372159}"/>
              </a:ext>
            </a:extLst>
          </p:cNvPr>
          <p:cNvSpPr>
            <a:spLocks noGrp="1"/>
          </p:cNvSpPr>
          <p:nvPr>
            <p:ph type="dt" sz="half" idx="10"/>
          </p:nvPr>
        </p:nvSpPr>
        <p:spPr/>
        <p:txBody>
          <a:bodyPr/>
          <a:lstStyle/>
          <a:p>
            <a:fld id="{73F12EBF-19B0-4212-91F8-61C72069B485}" type="datetimeFigureOut">
              <a:rPr lang="en-IN" smtClean="0"/>
              <a:t>20-11-2025</a:t>
            </a:fld>
            <a:endParaRPr lang="en-IN"/>
          </a:p>
        </p:txBody>
      </p:sp>
      <p:sp>
        <p:nvSpPr>
          <p:cNvPr id="4" name="Footer Placeholder 3">
            <a:extLst>
              <a:ext uri="{FF2B5EF4-FFF2-40B4-BE49-F238E27FC236}">
                <a16:creationId xmlns:a16="http://schemas.microsoft.com/office/drawing/2014/main" id="{7B4816A8-86AB-FC81-4C58-883CBF0B1BE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6EBF1B3-214E-0277-4430-10C8462ECF67}"/>
              </a:ext>
            </a:extLst>
          </p:cNvPr>
          <p:cNvSpPr>
            <a:spLocks noGrp="1"/>
          </p:cNvSpPr>
          <p:nvPr>
            <p:ph type="sldNum" sz="quarter" idx="12"/>
          </p:nvPr>
        </p:nvSpPr>
        <p:spPr/>
        <p:txBody>
          <a:bodyPr/>
          <a:lstStyle/>
          <a:p>
            <a:fld id="{790F3B03-3281-4887-BAC3-8A0417646DA0}" type="slidenum">
              <a:rPr lang="en-IN" smtClean="0"/>
              <a:t>‹#›</a:t>
            </a:fld>
            <a:endParaRPr lang="en-IN"/>
          </a:p>
        </p:txBody>
      </p:sp>
    </p:spTree>
    <p:extLst>
      <p:ext uri="{BB962C8B-B14F-4D97-AF65-F5344CB8AC3E}">
        <p14:creationId xmlns:p14="http://schemas.microsoft.com/office/powerpoint/2010/main" val="29511372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B4F8C1-8268-71D9-DA4F-D377F7C5287B}"/>
              </a:ext>
            </a:extLst>
          </p:cNvPr>
          <p:cNvSpPr>
            <a:spLocks noGrp="1"/>
          </p:cNvSpPr>
          <p:nvPr>
            <p:ph type="dt" sz="half" idx="10"/>
          </p:nvPr>
        </p:nvSpPr>
        <p:spPr/>
        <p:txBody>
          <a:bodyPr/>
          <a:lstStyle/>
          <a:p>
            <a:fld id="{73F12EBF-19B0-4212-91F8-61C72069B485}" type="datetimeFigureOut">
              <a:rPr lang="en-IN" smtClean="0"/>
              <a:t>20-11-2025</a:t>
            </a:fld>
            <a:endParaRPr lang="en-IN"/>
          </a:p>
        </p:txBody>
      </p:sp>
      <p:sp>
        <p:nvSpPr>
          <p:cNvPr id="3" name="Footer Placeholder 2">
            <a:extLst>
              <a:ext uri="{FF2B5EF4-FFF2-40B4-BE49-F238E27FC236}">
                <a16:creationId xmlns:a16="http://schemas.microsoft.com/office/drawing/2014/main" id="{CBE73BB6-A653-019A-2C22-A0CF285B565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2B2D084-23A1-F044-9D8F-81AC27FE58A6}"/>
              </a:ext>
            </a:extLst>
          </p:cNvPr>
          <p:cNvSpPr>
            <a:spLocks noGrp="1"/>
          </p:cNvSpPr>
          <p:nvPr>
            <p:ph type="sldNum" sz="quarter" idx="12"/>
          </p:nvPr>
        </p:nvSpPr>
        <p:spPr/>
        <p:txBody>
          <a:bodyPr/>
          <a:lstStyle/>
          <a:p>
            <a:fld id="{790F3B03-3281-4887-BAC3-8A0417646DA0}" type="slidenum">
              <a:rPr lang="en-IN" smtClean="0"/>
              <a:t>‹#›</a:t>
            </a:fld>
            <a:endParaRPr lang="en-IN"/>
          </a:p>
        </p:txBody>
      </p:sp>
    </p:spTree>
    <p:extLst>
      <p:ext uri="{BB962C8B-B14F-4D97-AF65-F5344CB8AC3E}">
        <p14:creationId xmlns:p14="http://schemas.microsoft.com/office/powerpoint/2010/main" val="40025220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3B1E1-C2D6-B6C4-EF81-2F5CE90459E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Content Placeholder 2">
            <a:extLst>
              <a:ext uri="{FF2B5EF4-FFF2-40B4-BE49-F238E27FC236}">
                <a16:creationId xmlns:a16="http://schemas.microsoft.com/office/drawing/2014/main" id="{126FB6A6-2958-EB0D-EB7D-5E983B205E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Text Placeholder 3">
            <a:extLst>
              <a:ext uri="{FF2B5EF4-FFF2-40B4-BE49-F238E27FC236}">
                <a16:creationId xmlns:a16="http://schemas.microsoft.com/office/drawing/2014/main" id="{F2AFE031-283C-A080-0DD9-A341A60BAE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6E9A0A8-937F-8A9A-7FAC-DAC38F93BA91}"/>
              </a:ext>
            </a:extLst>
          </p:cNvPr>
          <p:cNvSpPr>
            <a:spLocks noGrp="1"/>
          </p:cNvSpPr>
          <p:nvPr>
            <p:ph type="dt" sz="half" idx="10"/>
          </p:nvPr>
        </p:nvSpPr>
        <p:spPr/>
        <p:txBody>
          <a:bodyPr/>
          <a:lstStyle/>
          <a:p>
            <a:fld id="{73F12EBF-19B0-4212-91F8-61C72069B485}" type="datetimeFigureOut">
              <a:rPr lang="en-IN" smtClean="0"/>
              <a:t>20-11-2025</a:t>
            </a:fld>
            <a:endParaRPr lang="en-IN"/>
          </a:p>
        </p:txBody>
      </p:sp>
      <p:sp>
        <p:nvSpPr>
          <p:cNvPr id="6" name="Footer Placeholder 5">
            <a:extLst>
              <a:ext uri="{FF2B5EF4-FFF2-40B4-BE49-F238E27FC236}">
                <a16:creationId xmlns:a16="http://schemas.microsoft.com/office/drawing/2014/main" id="{68B92F86-49CE-BD62-B4E8-D89FFB5E409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A5DE7B4-1F20-EABF-BF34-98AC144E0696}"/>
              </a:ext>
            </a:extLst>
          </p:cNvPr>
          <p:cNvSpPr>
            <a:spLocks noGrp="1"/>
          </p:cNvSpPr>
          <p:nvPr>
            <p:ph type="sldNum" sz="quarter" idx="12"/>
          </p:nvPr>
        </p:nvSpPr>
        <p:spPr/>
        <p:txBody>
          <a:bodyPr/>
          <a:lstStyle/>
          <a:p>
            <a:fld id="{790F3B03-3281-4887-BAC3-8A0417646DA0}" type="slidenum">
              <a:rPr lang="en-IN" smtClean="0"/>
              <a:t>‹#›</a:t>
            </a:fld>
            <a:endParaRPr lang="en-IN"/>
          </a:p>
        </p:txBody>
      </p:sp>
    </p:spTree>
    <p:extLst>
      <p:ext uri="{BB962C8B-B14F-4D97-AF65-F5344CB8AC3E}">
        <p14:creationId xmlns:p14="http://schemas.microsoft.com/office/powerpoint/2010/main" val="34172718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B68D0-CA5D-CAC6-5508-624F384EB03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Picture Placeholder 2">
            <a:extLst>
              <a:ext uri="{FF2B5EF4-FFF2-40B4-BE49-F238E27FC236}">
                <a16:creationId xmlns:a16="http://schemas.microsoft.com/office/drawing/2014/main" id="{02C4EFD5-930D-6EE4-E2AA-91239448160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5F3B413-8021-87A7-0CF3-C7213E797B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BEF9B43-24C0-468E-1FB7-EAE7D223B114}"/>
              </a:ext>
            </a:extLst>
          </p:cNvPr>
          <p:cNvSpPr>
            <a:spLocks noGrp="1"/>
          </p:cNvSpPr>
          <p:nvPr>
            <p:ph type="dt" sz="half" idx="10"/>
          </p:nvPr>
        </p:nvSpPr>
        <p:spPr/>
        <p:txBody>
          <a:bodyPr/>
          <a:lstStyle/>
          <a:p>
            <a:fld id="{73F12EBF-19B0-4212-91F8-61C72069B485}" type="datetimeFigureOut">
              <a:rPr lang="en-IN" smtClean="0"/>
              <a:t>20-11-2025</a:t>
            </a:fld>
            <a:endParaRPr lang="en-IN"/>
          </a:p>
        </p:txBody>
      </p:sp>
      <p:sp>
        <p:nvSpPr>
          <p:cNvPr id="6" name="Footer Placeholder 5">
            <a:extLst>
              <a:ext uri="{FF2B5EF4-FFF2-40B4-BE49-F238E27FC236}">
                <a16:creationId xmlns:a16="http://schemas.microsoft.com/office/drawing/2014/main" id="{8E0B8806-0813-5F5E-F7AA-06BA1A0FC05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CE658EB-B48E-F19C-0AF9-27202F60459E}"/>
              </a:ext>
            </a:extLst>
          </p:cNvPr>
          <p:cNvSpPr>
            <a:spLocks noGrp="1"/>
          </p:cNvSpPr>
          <p:nvPr>
            <p:ph type="sldNum" sz="quarter" idx="12"/>
          </p:nvPr>
        </p:nvSpPr>
        <p:spPr/>
        <p:txBody>
          <a:bodyPr/>
          <a:lstStyle/>
          <a:p>
            <a:fld id="{790F3B03-3281-4887-BAC3-8A0417646DA0}" type="slidenum">
              <a:rPr lang="en-IN" smtClean="0"/>
              <a:t>‹#›</a:t>
            </a:fld>
            <a:endParaRPr lang="en-IN"/>
          </a:p>
        </p:txBody>
      </p:sp>
    </p:spTree>
    <p:extLst>
      <p:ext uri="{BB962C8B-B14F-4D97-AF65-F5344CB8AC3E}">
        <p14:creationId xmlns:p14="http://schemas.microsoft.com/office/powerpoint/2010/main" val="31150664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9CE6B-5B51-A2DA-A300-760C64BEB525}"/>
              </a:ext>
            </a:extLst>
          </p:cNvPr>
          <p:cNvSpPr>
            <a:spLocks noGrp="1"/>
          </p:cNvSpPr>
          <p:nvPr>
            <p:ph type="title"/>
          </p:nvPr>
        </p:nvSpPr>
        <p:spPr/>
        <p:txBody>
          <a:bodyPr/>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B8703E0A-46D6-3F1F-81F2-7C43E821CBA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82DD2D34-5C60-3D08-EFCF-ED96DB66C437}"/>
              </a:ext>
            </a:extLst>
          </p:cNvPr>
          <p:cNvSpPr>
            <a:spLocks noGrp="1"/>
          </p:cNvSpPr>
          <p:nvPr>
            <p:ph type="dt" sz="half" idx="10"/>
          </p:nvPr>
        </p:nvSpPr>
        <p:spPr/>
        <p:txBody>
          <a:bodyPr/>
          <a:lstStyle/>
          <a:p>
            <a:fld id="{73F12EBF-19B0-4212-91F8-61C72069B485}" type="datetimeFigureOut">
              <a:rPr lang="en-IN" smtClean="0"/>
              <a:t>20-11-2025</a:t>
            </a:fld>
            <a:endParaRPr lang="en-IN"/>
          </a:p>
        </p:txBody>
      </p:sp>
      <p:sp>
        <p:nvSpPr>
          <p:cNvPr id="5" name="Footer Placeholder 4">
            <a:extLst>
              <a:ext uri="{FF2B5EF4-FFF2-40B4-BE49-F238E27FC236}">
                <a16:creationId xmlns:a16="http://schemas.microsoft.com/office/drawing/2014/main" id="{71077E86-E968-E5F5-B70C-E57E97C0505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B8F4C84-2360-56ED-57E6-932735AC48A6}"/>
              </a:ext>
            </a:extLst>
          </p:cNvPr>
          <p:cNvSpPr>
            <a:spLocks noGrp="1"/>
          </p:cNvSpPr>
          <p:nvPr>
            <p:ph type="sldNum" sz="quarter" idx="12"/>
          </p:nvPr>
        </p:nvSpPr>
        <p:spPr/>
        <p:txBody>
          <a:bodyPr/>
          <a:lstStyle/>
          <a:p>
            <a:fld id="{790F3B03-3281-4887-BAC3-8A0417646DA0}" type="slidenum">
              <a:rPr lang="en-IN" smtClean="0"/>
              <a:t>‹#›</a:t>
            </a:fld>
            <a:endParaRPr lang="en-IN"/>
          </a:p>
        </p:txBody>
      </p:sp>
    </p:spTree>
    <p:extLst>
      <p:ext uri="{BB962C8B-B14F-4D97-AF65-F5344CB8AC3E}">
        <p14:creationId xmlns:p14="http://schemas.microsoft.com/office/powerpoint/2010/main" val="24280067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DE4845B-76D8-C132-A496-611FD7213889}"/>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666BDA9F-1CD4-976F-8719-1209A5254E96}"/>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00E0C3FE-285D-E302-9A75-C7FD4D00AC28}"/>
              </a:ext>
            </a:extLst>
          </p:cNvPr>
          <p:cNvSpPr>
            <a:spLocks noGrp="1"/>
          </p:cNvSpPr>
          <p:nvPr>
            <p:ph type="dt" sz="half" idx="10"/>
          </p:nvPr>
        </p:nvSpPr>
        <p:spPr/>
        <p:txBody>
          <a:bodyPr/>
          <a:lstStyle/>
          <a:p>
            <a:fld id="{73F12EBF-19B0-4212-91F8-61C72069B485}" type="datetimeFigureOut">
              <a:rPr lang="en-IN" smtClean="0"/>
              <a:t>20-11-2025</a:t>
            </a:fld>
            <a:endParaRPr lang="en-IN"/>
          </a:p>
        </p:txBody>
      </p:sp>
      <p:sp>
        <p:nvSpPr>
          <p:cNvPr id="5" name="Footer Placeholder 4">
            <a:extLst>
              <a:ext uri="{FF2B5EF4-FFF2-40B4-BE49-F238E27FC236}">
                <a16:creationId xmlns:a16="http://schemas.microsoft.com/office/drawing/2014/main" id="{05C03FF2-FA1F-6EB1-C70A-6BBC904454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864BAF7-9043-DC5A-442D-CD82A935F2E7}"/>
              </a:ext>
            </a:extLst>
          </p:cNvPr>
          <p:cNvSpPr>
            <a:spLocks noGrp="1"/>
          </p:cNvSpPr>
          <p:nvPr>
            <p:ph type="sldNum" sz="quarter" idx="12"/>
          </p:nvPr>
        </p:nvSpPr>
        <p:spPr/>
        <p:txBody>
          <a:bodyPr/>
          <a:lstStyle/>
          <a:p>
            <a:fld id="{790F3B03-3281-4887-BAC3-8A0417646DA0}" type="slidenum">
              <a:rPr lang="en-IN" smtClean="0"/>
              <a:t>‹#›</a:t>
            </a:fld>
            <a:endParaRPr lang="en-IN"/>
          </a:p>
        </p:txBody>
      </p:sp>
    </p:spTree>
    <p:extLst>
      <p:ext uri="{BB962C8B-B14F-4D97-AF65-F5344CB8AC3E}">
        <p14:creationId xmlns:p14="http://schemas.microsoft.com/office/powerpoint/2010/main" val="16191739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62A1B9-6B5E-22C4-6261-B4B6BCFE37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IN"/>
          </a:p>
        </p:txBody>
      </p:sp>
      <p:sp>
        <p:nvSpPr>
          <p:cNvPr id="3" name="Text Placeholder 2">
            <a:extLst>
              <a:ext uri="{FF2B5EF4-FFF2-40B4-BE49-F238E27FC236}">
                <a16:creationId xmlns:a16="http://schemas.microsoft.com/office/drawing/2014/main" id="{EA699BA6-AF40-B53E-C0C3-33CA8293B5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29F797A3-1134-9E35-7FED-BD95199A7C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3F12EBF-19B0-4212-91F8-61C72069B485}" type="datetimeFigureOut">
              <a:rPr lang="en-IN" smtClean="0"/>
              <a:t>20-11-2025</a:t>
            </a:fld>
            <a:endParaRPr lang="en-IN"/>
          </a:p>
        </p:txBody>
      </p:sp>
      <p:sp>
        <p:nvSpPr>
          <p:cNvPr id="5" name="Footer Placeholder 4">
            <a:extLst>
              <a:ext uri="{FF2B5EF4-FFF2-40B4-BE49-F238E27FC236}">
                <a16:creationId xmlns:a16="http://schemas.microsoft.com/office/drawing/2014/main" id="{DF2FD99E-EDB8-5DAD-9375-8AC08D977D0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C3920588-A150-DD5B-8AB6-5E5B84CD12D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90F3B03-3281-4887-BAC3-8A0417646DA0}" type="slidenum">
              <a:rPr lang="en-IN" smtClean="0"/>
              <a:t>‹#›</a:t>
            </a:fld>
            <a:endParaRPr lang="en-IN"/>
          </a:p>
        </p:txBody>
      </p:sp>
    </p:spTree>
    <p:extLst>
      <p:ext uri="{BB962C8B-B14F-4D97-AF65-F5344CB8AC3E}">
        <p14:creationId xmlns:p14="http://schemas.microsoft.com/office/powerpoint/2010/main" val="10588015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09D2DC-F425-C55C-354F-E2D484CF331F}"/>
              </a:ext>
            </a:extLst>
          </p:cNvPr>
          <p:cNvSpPr txBox="1"/>
          <p:nvPr/>
        </p:nvSpPr>
        <p:spPr>
          <a:xfrm>
            <a:off x="77747" y="2500756"/>
            <a:ext cx="11775248" cy="1200329"/>
          </a:xfrm>
          <a:prstGeom prst="rect">
            <a:avLst/>
          </a:prstGeom>
          <a:noFill/>
        </p:spPr>
        <p:txBody>
          <a:bodyPr wrap="square" anchor="ctr">
            <a:spAutoFit/>
          </a:bodyPr>
          <a:lstStyle/>
          <a:p>
            <a:pPr algn="ctr"/>
            <a:r>
              <a:rPr lang="en-IN" sz="7200" b="1" dirty="0"/>
              <a:t> </a:t>
            </a:r>
            <a:r>
              <a:rPr lang="en-IN" sz="7200" b="1" dirty="0">
                <a:latin typeface="Baskerville Old Face" panose="02020602080505020303" pitchFamily="18" charset="0"/>
              </a:rPr>
              <a:t>Ocean Plastic Pollution </a:t>
            </a:r>
          </a:p>
        </p:txBody>
      </p:sp>
      <p:sp>
        <p:nvSpPr>
          <p:cNvPr id="9" name="TextBox 8">
            <a:extLst>
              <a:ext uri="{FF2B5EF4-FFF2-40B4-BE49-F238E27FC236}">
                <a16:creationId xmlns:a16="http://schemas.microsoft.com/office/drawing/2014/main" id="{E9E88048-CCCD-CEB0-E18D-E8D53670D9F0}"/>
              </a:ext>
            </a:extLst>
          </p:cNvPr>
          <p:cNvSpPr txBox="1"/>
          <p:nvPr/>
        </p:nvSpPr>
        <p:spPr>
          <a:xfrm>
            <a:off x="6513845" y="4945018"/>
            <a:ext cx="6094324" cy="461665"/>
          </a:xfrm>
          <a:prstGeom prst="rect">
            <a:avLst/>
          </a:prstGeom>
          <a:noFill/>
        </p:spPr>
        <p:txBody>
          <a:bodyPr wrap="square">
            <a:spAutoFit/>
          </a:bodyPr>
          <a:lstStyle/>
          <a:p>
            <a:r>
              <a:rPr lang="en-IN" sz="2400" b="1" dirty="0"/>
              <a:t>Prepared By: MOHAMED NIKKAS </a:t>
            </a:r>
          </a:p>
        </p:txBody>
      </p:sp>
    </p:spTree>
    <p:extLst>
      <p:ext uri="{BB962C8B-B14F-4D97-AF65-F5344CB8AC3E}">
        <p14:creationId xmlns:p14="http://schemas.microsoft.com/office/powerpoint/2010/main" val="5299906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2C3F8-2932-228B-06A2-B92A350E0AE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586BE2A-C5F0-764B-3B4F-67952B9D4959}"/>
              </a:ext>
            </a:extLst>
          </p:cNvPr>
          <p:cNvSpPr txBox="1"/>
          <p:nvPr/>
        </p:nvSpPr>
        <p:spPr>
          <a:xfrm>
            <a:off x="228600" y="183081"/>
            <a:ext cx="6423163" cy="523220"/>
          </a:xfrm>
          <a:prstGeom prst="rect">
            <a:avLst/>
          </a:prstGeom>
          <a:noFill/>
        </p:spPr>
        <p:txBody>
          <a:bodyPr wrap="square">
            <a:spAutoFit/>
          </a:bodyPr>
          <a:lstStyle/>
          <a:p>
            <a:r>
              <a:rPr lang="en-IN" sz="2800" b="1" dirty="0">
                <a:latin typeface="+mj-lt"/>
              </a:rPr>
              <a:t>Introduction :</a:t>
            </a:r>
          </a:p>
        </p:txBody>
      </p:sp>
      <p:sp>
        <p:nvSpPr>
          <p:cNvPr id="7" name="TextBox 6">
            <a:extLst>
              <a:ext uri="{FF2B5EF4-FFF2-40B4-BE49-F238E27FC236}">
                <a16:creationId xmlns:a16="http://schemas.microsoft.com/office/drawing/2014/main" id="{90B20D7E-38CB-42BA-E14A-4589330C8D29}"/>
              </a:ext>
            </a:extLst>
          </p:cNvPr>
          <p:cNvSpPr txBox="1"/>
          <p:nvPr/>
        </p:nvSpPr>
        <p:spPr>
          <a:xfrm>
            <a:off x="228600" y="872124"/>
            <a:ext cx="11628781" cy="1015663"/>
          </a:xfrm>
          <a:prstGeom prst="rect">
            <a:avLst/>
          </a:prstGeom>
          <a:noFill/>
        </p:spPr>
        <p:txBody>
          <a:bodyPr wrap="square">
            <a:spAutoFit/>
          </a:bodyPr>
          <a:lstStyle/>
          <a:p>
            <a:r>
              <a:rPr lang="en-US" sz="2000" dirty="0"/>
              <a:t>                          Plastic pollution is a big problem around the world. Every year, huge amounts of plastic waste go into the oceans, hurting sea animals and the environment. By studying data, we can see where the pollution comes from, which areas are most affected, and how we can take action to protect nature.</a:t>
            </a:r>
            <a:endParaRPr lang="en-IN" sz="2000" dirty="0"/>
          </a:p>
        </p:txBody>
      </p:sp>
      <p:sp>
        <p:nvSpPr>
          <p:cNvPr id="9" name="TextBox 8">
            <a:extLst>
              <a:ext uri="{FF2B5EF4-FFF2-40B4-BE49-F238E27FC236}">
                <a16:creationId xmlns:a16="http://schemas.microsoft.com/office/drawing/2014/main" id="{C95BB111-F307-907B-2EEE-779BE042955E}"/>
              </a:ext>
            </a:extLst>
          </p:cNvPr>
          <p:cNvSpPr txBox="1"/>
          <p:nvPr/>
        </p:nvSpPr>
        <p:spPr>
          <a:xfrm>
            <a:off x="228600" y="2053610"/>
            <a:ext cx="6097656" cy="523220"/>
          </a:xfrm>
          <a:prstGeom prst="rect">
            <a:avLst/>
          </a:prstGeom>
          <a:noFill/>
        </p:spPr>
        <p:txBody>
          <a:bodyPr wrap="square">
            <a:spAutoFit/>
          </a:bodyPr>
          <a:lstStyle/>
          <a:p>
            <a:r>
              <a:rPr lang="en-IN" b="1" dirty="0">
                <a:latin typeface="+mj-lt"/>
              </a:rPr>
              <a:t> </a:t>
            </a:r>
            <a:r>
              <a:rPr lang="en-IN" sz="2800" b="1" dirty="0">
                <a:latin typeface="+mj-lt"/>
              </a:rPr>
              <a:t>Project Objectives :</a:t>
            </a:r>
          </a:p>
        </p:txBody>
      </p:sp>
      <p:sp>
        <p:nvSpPr>
          <p:cNvPr id="13" name="Rectangle 4">
            <a:extLst>
              <a:ext uri="{FF2B5EF4-FFF2-40B4-BE49-F238E27FC236}">
                <a16:creationId xmlns:a16="http://schemas.microsoft.com/office/drawing/2014/main" id="{96C2400B-EE44-C64A-23D9-E81EDD21ED79}"/>
              </a:ext>
            </a:extLst>
          </p:cNvPr>
          <p:cNvSpPr>
            <a:spLocks noChangeArrowheads="1"/>
          </p:cNvSpPr>
          <p:nvPr/>
        </p:nvSpPr>
        <p:spPr bwMode="auto">
          <a:xfrm>
            <a:off x="837371" y="2761986"/>
            <a:ext cx="9439828"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rPr>
              <a:t>Analyze ocean plastic pollution trends from 2017–2025.</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rPr>
              <a:t>Identify regions and countries contributing the most to ocean plastic.</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rPr>
              <a:t>Evaluate the relationship between population, waste management, and pollution.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rPr>
              <a:t>Develop predictive insights for future pollution levels</a:t>
            </a:r>
          </a:p>
        </p:txBody>
      </p:sp>
      <p:sp>
        <p:nvSpPr>
          <p:cNvPr id="16" name="TextBox 15">
            <a:extLst>
              <a:ext uri="{FF2B5EF4-FFF2-40B4-BE49-F238E27FC236}">
                <a16:creationId xmlns:a16="http://schemas.microsoft.com/office/drawing/2014/main" id="{A1182A22-42C2-C450-D4DC-D8AAD3BB299F}"/>
              </a:ext>
            </a:extLst>
          </p:cNvPr>
          <p:cNvSpPr txBox="1"/>
          <p:nvPr/>
        </p:nvSpPr>
        <p:spPr>
          <a:xfrm>
            <a:off x="249789" y="4436405"/>
            <a:ext cx="6097656" cy="523220"/>
          </a:xfrm>
          <a:prstGeom prst="rect">
            <a:avLst/>
          </a:prstGeom>
          <a:noFill/>
        </p:spPr>
        <p:txBody>
          <a:bodyPr wrap="square">
            <a:spAutoFit/>
          </a:bodyPr>
          <a:lstStyle/>
          <a:p>
            <a:r>
              <a:rPr lang="en-IN" sz="2800" b="1" dirty="0">
                <a:latin typeface="+mj-lt"/>
              </a:rPr>
              <a:t>Data Preprocessing :</a:t>
            </a:r>
          </a:p>
        </p:txBody>
      </p:sp>
      <p:sp>
        <p:nvSpPr>
          <p:cNvPr id="18" name="Rectangle 7">
            <a:extLst>
              <a:ext uri="{FF2B5EF4-FFF2-40B4-BE49-F238E27FC236}">
                <a16:creationId xmlns:a16="http://schemas.microsoft.com/office/drawing/2014/main" id="{F4ECE279-6448-9193-B27D-7A3CD9549D51}"/>
              </a:ext>
            </a:extLst>
          </p:cNvPr>
          <p:cNvSpPr>
            <a:spLocks noChangeArrowheads="1"/>
          </p:cNvSpPr>
          <p:nvPr/>
        </p:nvSpPr>
        <p:spPr bwMode="auto">
          <a:xfrm>
            <a:off x="837371" y="4959625"/>
            <a:ext cx="6321833" cy="1908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rPr>
              <a:t>Adds a new column </a:t>
            </a:r>
            <a:r>
              <a:rPr kumimoji="0" lang="en-US" altLang="en-US" sz="2000" i="0" u="none" strike="noStrike" cap="none" normalizeH="0" baseline="0" dirty="0">
                <a:ln>
                  <a:noFill/>
                </a:ln>
                <a:solidFill>
                  <a:schemeClr val="tx1"/>
                </a:solidFill>
                <a:effectLst/>
              </a:rPr>
              <a:t>“</a:t>
            </a:r>
            <a:r>
              <a:rPr kumimoji="0" lang="en-US" altLang="en-US" sz="2000" i="0" u="none" strike="noStrike" cap="none" normalizeH="0" baseline="0" dirty="0" err="1">
                <a:ln>
                  <a:noFill/>
                </a:ln>
                <a:solidFill>
                  <a:schemeClr val="tx1"/>
                </a:solidFill>
                <a:effectLst/>
              </a:rPr>
              <a:t>Pollution_Level</a:t>
            </a:r>
            <a:r>
              <a:rPr kumimoji="0" lang="en-US" altLang="en-US" sz="2000" i="0" u="none" strike="noStrike" cap="none" normalizeH="0" baseline="0" dirty="0">
                <a:ln>
                  <a:noFill/>
                </a:ln>
                <a:solidFill>
                  <a:schemeClr val="tx1"/>
                </a:solidFill>
                <a:effectLst/>
              </a:rPr>
              <a:t>” </a:t>
            </a:r>
            <a:r>
              <a:rPr kumimoji="0" lang="en-US" altLang="en-US" sz="2000" b="0" i="0" u="none" strike="noStrike" cap="none" normalizeH="0" baseline="0" dirty="0">
                <a:ln>
                  <a:noFill/>
                </a:ln>
                <a:solidFill>
                  <a:schemeClr val="tx1"/>
                </a:solidFill>
                <a:effectLst/>
              </a:rPr>
              <a:t>to the dataset.</a:t>
            </a:r>
          </a:p>
          <a:p>
            <a:pPr marR="0" lvl="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rPr>
              <a:t>            Helps label each region as:</a:t>
            </a:r>
          </a:p>
          <a:p>
            <a:pPr marR="0" lvl="0" algn="l" defTabSz="914400" rtl="0" eaLnBrk="0" fontAlgn="base" latinLnBrk="0" hangingPunct="0">
              <a:lnSpc>
                <a:spcPct val="100000"/>
              </a:lnSpc>
              <a:spcBef>
                <a:spcPct val="0"/>
              </a:spcBef>
              <a:spcAft>
                <a:spcPct val="0"/>
              </a:spcAft>
              <a:buClrTx/>
              <a:buSzTx/>
              <a:tabLst/>
            </a:pPr>
            <a:r>
              <a:rPr kumimoji="0" lang="en-US" altLang="en-US" sz="2000" i="0" u="none" strike="noStrike" cap="none" normalizeH="0" baseline="0" dirty="0">
                <a:ln>
                  <a:noFill/>
                </a:ln>
                <a:solidFill>
                  <a:schemeClr val="tx1"/>
                </a:solidFill>
                <a:effectLst/>
              </a:rPr>
              <a:t>            Low </a:t>
            </a:r>
            <a:r>
              <a:rPr kumimoji="0" lang="en-US" altLang="en-US" sz="2000" b="0" i="0" u="none" strike="noStrike" cap="none" normalizeH="0" baseline="0" dirty="0">
                <a:ln>
                  <a:noFill/>
                </a:ln>
                <a:solidFill>
                  <a:schemeClr val="tx1"/>
                </a:solidFill>
                <a:effectLst/>
              </a:rPr>
              <a:t>→ &lt; 100 kg</a:t>
            </a:r>
          </a:p>
          <a:p>
            <a:pPr marR="0" lvl="0" algn="l" defTabSz="914400" rtl="0" eaLnBrk="0" fontAlgn="base" latinLnBrk="0" hangingPunct="0">
              <a:lnSpc>
                <a:spcPct val="100000"/>
              </a:lnSpc>
              <a:spcBef>
                <a:spcPct val="0"/>
              </a:spcBef>
              <a:spcAft>
                <a:spcPct val="0"/>
              </a:spcAft>
              <a:buClrTx/>
              <a:buSzTx/>
              <a:tabLst/>
            </a:pPr>
            <a:r>
              <a:rPr kumimoji="0" lang="en-US" altLang="en-US" sz="2000" i="0" u="none" strike="noStrike" cap="none" normalizeH="0" baseline="0" dirty="0">
                <a:ln>
                  <a:noFill/>
                </a:ln>
                <a:solidFill>
                  <a:schemeClr val="tx1"/>
                </a:solidFill>
                <a:effectLst/>
              </a:rPr>
              <a:t>            Moderate </a:t>
            </a:r>
            <a:r>
              <a:rPr kumimoji="0" lang="en-US" altLang="en-US" sz="2000" b="0" i="0" u="none" strike="noStrike" cap="none" normalizeH="0" baseline="0" dirty="0">
                <a:ln>
                  <a:noFill/>
                </a:ln>
                <a:solidFill>
                  <a:schemeClr val="tx1"/>
                </a:solidFill>
                <a:effectLst/>
              </a:rPr>
              <a:t>→ 100–349 kg</a:t>
            </a:r>
          </a:p>
          <a:p>
            <a:pPr marR="0" lvl="0" algn="l" defTabSz="914400" rtl="0" eaLnBrk="0" fontAlgn="base" latinLnBrk="0" hangingPunct="0">
              <a:lnSpc>
                <a:spcPct val="100000"/>
              </a:lnSpc>
              <a:spcBef>
                <a:spcPct val="0"/>
              </a:spcBef>
              <a:spcAft>
                <a:spcPct val="0"/>
              </a:spcAft>
              <a:buClrTx/>
              <a:buSzTx/>
              <a:tabLst/>
            </a:pPr>
            <a:r>
              <a:rPr kumimoji="0" lang="en-US" altLang="en-US" sz="2000" i="0" u="none" strike="noStrike" cap="none" normalizeH="0" baseline="0" dirty="0">
                <a:ln>
                  <a:noFill/>
                </a:ln>
                <a:solidFill>
                  <a:schemeClr val="tx1"/>
                </a:solidFill>
                <a:effectLst/>
              </a:rPr>
              <a:t>            High  </a:t>
            </a:r>
            <a:r>
              <a:rPr kumimoji="0" lang="en-US" altLang="en-US" sz="2000" b="0" i="0" u="none" strike="noStrike" cap="none" normalizeH="0" baseline="0" dirty="0">
                <a:ln>
                  <a:noFill/>
                </a:ln>
                <a:solidFill>
                  <a:schemeClr val="tx1"/>
                </a:solidFill>
                <a:effectLst/>
              </a:rPr>
              <a:t>→ ≥ 350 kg</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866831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A6624E0-5978-4D67-51EC-795587E56CDD}"/>
              </a:ext>
            </a:extLst>
          </p:cNvPr>
          <p:cNvSpPr txBox="1"/>
          <p:nvPr/>
        </p:nvSpPr>
        <p:spPr>
          <a:xfrm>
            <a:off x="188843" y="302351"/>
            <a:ext cx="11777870" cy="3539430"/>
          </a:xfrm>
          <a:prstGeom prst="rect">
            <a:avLst/>
          </a:prstGeom>
          <a:noFill/>
        </p:spPr>
        <p:txBody>
          <a:bodyPr wrap="square">
            <a:spAutoFit/>
          </a:bodyPr>
          <a:lstStyle/>
          <a:p>
            <a:pPr marL="342900" indent="-342900">
              <a:buFont typeface="Wingdings" panose="05000000000000000000" pitchFamily="2" charset="2"/>
              <a:buChar char="Ø"/>
            </a:pPr>
            <a:r>
              <a:rPr lang="en-US" sz="2000" dirty="0"/>
              <a:t>Converts the Date column into a proper datetime type</a:t>
            </a:r>
            <a:r>
              <a:rPr lang="en-US" dirty="0"/>
              <a:t>.</a:t>
            </a:r>
          </a:p>
          <a:p>
            <a:pPr marL="342900" indent="-342900">
              <a:buFont typeface="Wingdings" panose="05000000000000000000" pitchFamily="2" charset="2"/>
              <a:buChar char="Ø"/>
            </a:pPr>
            <a:r>
              <a:rPr lang="en-US" sz="2000" dirty="0"/>
              <a:t>Extract Year column form Date column</a:t>
            </a:r>
          </a:p>
          <a:p>
            <a:pPr marL="342900" indent="-342900">
              <a:buFont typeface="Wingdings" panose="05000000000000000000" pitchFamily="2" charset="2"/>
              <a:buChar char="Ø"/>
            </a:pPr>
            <a:r>
              <a:rPr lang="en-US" dirty="0"/>
              <a:t>Fill </a:t>
            </a:r>
            <a:r>
              <a:rPr lang="en-US" dirty="0" err="1"/>
              <a:t>NaN</a:t>
            </a:r>
            <a:r>
              <a:rPr lang="en-US" dirty="0"/>
              <a:t> values with using forward fill</a:t>
            </a:r>
          </a:p>
          <a:p>
            <a:pPr marL="342900" indent="-342900">
              <a:buFont typeface="Wingdings" panose="05000000000000000000" pitchFamily="2" charset="2"/>
              <a:buChar char="Ø"/>
            </a:pPr>
            <a:endParaRPr lang="en-US" dirty="0"/>
          </a:p>
          <a:p>
            <a:r>
              <a:rPr lang="en-IN" sz="2800" b="1" dirty="0">
                <a:latin typeface="+mj-lt"/>
              </a:rPr>
              <a:t>Dataset overview :</a:t>
            </a:r>
          </a:p>
          <a:p>
            <a:pPr marL="342900" indent="-342900">
              <a:buFont typeface="Wingdings" panose="05000000000000000000" pitchFamily="2" charset="2"/>
              <a:buChar char="Ø"/>
            </a:pPr>
            <a:r>
              <a:rPr lang="en-IN" sz="2000" dirty="0"/>
              <a:t> Dataset name : ocean plastic pollution</a:t>
            </a:r>
          </a:p>
          <a:p>
            <a:pPr marL="342900" indent="-342900">
              <a:buFont typeface="Wingdings" panose="05000000000000000000" pitchFamily="2" charset="2"/>
              <a:buChar char="Ø"/>
            </a:pPr>
            <a:r>
              <a:rPr lang="en-IN" sz="2000" b="1" dirty="0"/>
              <a:t> </a:t>
            </a:r>
            <a:r>
              <a:rPr lang="en-IN" sz="2000" dirty="0"/>
              <a:t>Rows : 115000 </a:t>
            </a:r>
          </a:p>
          <a:p>
            <a:pPr marL="342900" indent="-342900">
              <a:buFont typeface="Wingdings" panose="05000000000000000000" pitchFamily="2" charset="2"/>
              <a:buChar char="Ø"/>
            </a:pPr>
            <a:r>
              <a:rPr lang="en-IN" sz="2000" dirty="0"/>
              <a:t> It contains </a:t>
            </a:r>
            <a:r>
              <a:rPr lang="en-US" sz="2000" dirty="0"/>
              <a:t>Population count near the coastal region.</a:t>
            </a:r>
          </a:p>
          <a:p>
            <a:pPr marL="342900" indent="-342900">
              <a:buFont typeface="Wingdings" panose="05000000000000000000" pitchFamily="2" charset="2"/>
              <a:buChar char="Ø"/>
            </a:pPr>
            <a:r>
              <a:rPr lang="en-US" sz="2000" dirty="0"/>
              <a:t> Indicates how effective waste handling and recycling is in nearby regions.</a:t>
            </a:r>
          </a:p>
          <a:p>
            <a:pPr marL="342900" indent="-342900">
              <a:buFont typeface="Wingdings" panose="05000000000000000000" pitchFamily="2" charset="2"/>
              <a:buChar char="Ø"/>
            </a:pPr>
            <a:r>
              <a:rPr lang="en-US" sz="2000" dirty="0"/>
              <a:t> indicates the year when pollution data was collected.</a:t>
            </a:r>
          </a:p>
          <a:p>
            <a:r>
              <a:rPr lang="en-IN" sz="2000" dirty="0"/>
              <a:t> </a:t>
            </a:r>
          </a:p>
        </p:txBody>
      </p:sp>
      <p:pic>
        <p:nvPicPr>
          <p:cNvPr id="8" name="Picture 7">
            <a:extLst>
              <a:ext uri="{FF2B5EF4-FFF2-40B4-BE49-F238E27FC236}">
                <a16:creationId xmlns:a16="http://schemas.microsoft.com/office/drawing/2014/main" id="{71F6A0AD-C01D-901B-19A1-AAB43A6722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772" y="3698240"/>
            <a:ext cx="7184571" cy="3061788"/>
          </a:xfrm>
          <a:prstGeom prst="rect">
            <a:avLst/>
          </a:prstGeom>
        </p:spPr>
      </p:pic>
      <p:pic>
        <p:nvPicPr>
          <p:cNvPr id="10" name="Picture 9">
            <a:extLst>
              <a:ext uri="{FF2B5EF4-FFF2-40B4-BE49-F238E27FC236}">
                <a16:creationId xmlns:a16="http://schemas.microsoft.com/office/drawing/2014/main" id="{1CC7A8C2-D429-29FD-9B93-5FB9BC9C08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68343" y="3698238"/>
            <a:ext cx="4698370" cy="3061789"/>
          </a:xfrm>
          <a:prstGeom prst="rect">
            <a:avLst/>
          </a:prstGeom>
        </p:spPr>
      </p:pic>
    </p:spTree>
    <p:extLst>
      <p:ext uri="{BB962C8B-B14F-4D97-AF65-F5344CB8AC3E}">
        <p14:creationId xmlns:p14="http://schemas.microsoft.com/office/powerpoint/2010/main" val="42811299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A915779-8029-8920-8137-733064BCD9B1}"/>
              </a:ext>
            </a:extLst>
          </p:cNvPr>
          <p:cNvSpPr txBox="1"/>
          <p:nvPr/>
        </p:nvSpPr>
        <p:spPr>
          <a:xfrm>
            <a:off x="233680" y="304369"/>
            <a:ext cx="11582400" cy="523220"/>
          </a:xfrm>
          <a:prstGeom prst="rect">
            <a:avLst/>
          </a:prstGeom>
          <a:noFill/>
        </p:spPr>
        <p:txBody>
          <a:bodyPr wrap="square">
            <a:spAutoFit/>
          </a:bodyPr>
          <a:lstStyle/>
          <a:p>
            <a:r>
              <a:rPr lang="en-IN" sz="2800" b="1" dirty="0">
                <a:latin typeface="+mj-lt"/>
              </a:rPr>
              <a:t>EDA :</a:t>
            </a:r>
          </a:p>
        </p:txBody>
      </p:sp>
      <p:pic>
        <p:nvPicPr>
          <p:cNvPr id="5" name="Picture 4">
            <a:extLst>
              <a:ext uri="{FF2B5EF4-FFF2-40B4-BE49-F238E27FC236}">
                <a16:creationId xmlns:a16="http://schemas.microsoft.com/office/drawing/2014/main" id="{CE6091A8-D406-9E1E-29A1-40E9872F99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560" y="1006743"/>
            <a:ext cx="11724640" cy="3557806"/>
          </a:xfrm>
          <a:prstGeom prst="rect">
            <a:avLst/>
          </a:prstGeom>
        </p:spPr>
      </p:pic>
      <p:sp>
        <p:nvSpPr>
          <p:cNvPr id="11" name="TextBox 10">
            <a:extLst>
              <a:ext uri="{FF2B5EF4-FFF2-40B4-BE49-F238E27FC236}">
                <a16:creationId xmlns:a16="http://schemas.microsoft.com/office/drawing/2014/main" id="{B7113829-5997-E3C2-50A9-74D734AC14CC}"/>
              </a:ext>
            </a:extLst>
          </p:cNvPr>
          <p:cNvSpPr txBox="1"/>
          <p:nvPr/>
        </p:nvSpPr>
        <p:spPr>
          <a:xfrm>
            <a:off x="436880" y="4922858"/>
            <a:ext cx="11379200" cy="1015663"/>
          </a:xfrm>
          <a:prstGeom prst="rect">
            <a:avLst/>
          </a:prstGeom>
          <a:noFill/>
        </p:spPr>
        <p:txBody>
          <a:bodyPr wrap="square">
            <a:spAutoFit/>
          </a:bodyPr>
          <a:lstStyle/>
          <a:p>
            <a:r>
              <a:rPr lang="en-IN" sz="2000" dirty="0"/>
              <a:t>This chart shows that moderate pollution is the most common across all countries, but some countries like US and Australia has significantly higher pollution levels. Overall, pollution exists across every country ,highlighting the global nature of the problem</a:t>
            </a:r>
          </a:p>
        </p:txBody>
      </p:sp>
    </p:spTree>
    <p:extLst>
      <p:ext uri="{BB962C8B-B14F-4D97-AF65-F5344CB8AC3E}">
        <p14:creationId xmlns:p14="http://schemas.microsoft.com/office/powerpoint/2010/main" val="1680061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040489E-D647-A147-D252-BA98B90ADE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06400"/>
            <a:ext cx="11724640" cy="4074160"/>
          </a:xfrm>
          <a:prstGeom prst="rect">
            <a:avLst/>
          </a:prstGeom>
        </p:spPr>
      </p:pic>
      <p:sp>
        <p:nvSpPr>
          <p:cNvPr id="4" name="TextBox 3">
            <a:extLst>
              <a:ext uri="{FF2B5EF4-FFF2-40B4-BE49-F238E27FC236}">
                <a16:creationId xmlns:a16="http://schemas.microsoft.com/office/drawing/2014/main" id="{905DCE7F-3DB6-E0AB-8C47-9AEF1DF657B2}"/>
              </a:ext>
            </a:extLst>
          </p:cNvPr>
          <p:cNvSpPr txBox="1"/>
          <p:nvPr/>
        </p:nvSpPr>
        <p:spPr>
          <a:xfrm>
            <a:off x="477520" y="4709498"/>
            <a:ext cx="11430000" cy="1323439"/>
          </a:xfrm>
          <a:prstGeom prst="rect">
            <a:avLst/>
          </a:prstGeom>
          <a:noFill/>
        </p:spPr>
        <p:txBody>
          <a:bodyPr wrap="square">
            <a:spAutoFit/>
          </a:bodyPr>
          <a:lstStyle/>
          <a:p>
            <a:r>
              <a:rPr lang="en-IN" sz="2000" dirty="0"/>
              <a:t>This scatter plot shows the distribution of data collected from difference sources across all ocean region. Each ocean receives contribution form NGOs, satellite, government, research, citizen science, and commercial sources, this indicates good dataset diversity and balanced coverage, improving the reliability of our analysis</a:t>
            </a:r>
          </a:p>
        </p:txBody>
      </p:sp>
    </p:spTree>
    <p:extLst>
      <p:ext uri="{BB962C8B-B14F-4D97-AF65-F5344CB8AC3E}">
        <p14:creationId xmlns:p14="http://schemas.microsoft.com/office/powerpoint/2010/main" val="15243967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712220F-CF0C-087B-87DF-6D2BFE08F1BB}"/>
              </a:ext>
            </a:extLst>
          </p:cNvPr>
          <p:cNvSpPr txBox="1"/>
          <p:nvPr/>
        </p:nvSpPr>
        <p:spPr>
          <a:xfrm>
            <a:off x="213360" y="196334"/>
            <a:ext cx="6096000" cy="523220"/>
          </a:xfrm>
          <a:prstGeom prst="rect">
            <a:avLst/>
          </a:prstGeom>
          <a:noFill/>
        </p:spPr>
        <p:txBody>
          <a:bodyPr wrap="square">
            <a:spAutoFit/>
          </a:bodyPr>
          <a:lstStyle/>
          <a:p>
            <a:r>
              <a:rPr lang="en-IN" sz="2800" b="1" dirty="0">
                <a:latin typeface="+mj-lt"/>
              </a:rPr>
              <a:t>MODEL EVALUATION :</a:t>
            </a:r>
          </a:p>
        </p:txBody>
      </p:sp>
      <p:pic>
        <p:nvPicPr>
          <p:cNvPr id="5" name="Picture 4" descr="A screenshot of a computer program&#10;&#10;AI-generated content may be incorrect.">
            <a:extLst>
              <a:ext uri="{FF2B5EF4-FFF2-40B4-BE49-F238E27FC236}">
                <a16:creationId xmlns:a16="http://schemas.microsoft.com/office/drawing/2014/main" id="{03C3241E-502E-2575-333B-6A1120907F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360" y="719555"/>
            <a:ext cx="5601482" cy="5610126"/>
          </a:xfrm>
          <a:prstGeom prst="rect">
            <a:avLst/>
          </a:prstGeom>
        </p:spPr>
      </p:pic>
      <p:sp>
        <p:nvSpPr>
          <p:cNvPr id="7" name="TextBox 6">
            <a:extLst>
              <a:ext uri="{FF2B5EF4-FFF2-40B4-BE49-F238E27FC236}">
                <a16:creationId xmlns:a16="http://schemas.microsoft.com/office/drawing/2014/main" id="{7BD3D2C1-B0CC-4989-2CC6-F98386DEAD97}"/>
              </a:ext>
            </a:extLst>
          </p:cNvPr>
          <p:cNvSpPr txBox="1"/>
          <p:nvPr/>
        </p:nvSpPr>
        <p:spPr>
          <a:xfrm>
            <a:off x="8087360" y="319444"/>
            <a:ext cx="5455920" cy="400110"/>
          </a:xfrm>
          <a:prstGeom prst="rect">
            <a:avLst/>
          </a:prstGeom>
          <a:noFill/>
        </p:spPr>
        <p:txBody>
          <a:bodyPr wrap="square">
            <a:spAutoFit/>
          </a:bodyPr>
          <a:lstStyle/>
          <a:p>
            <a:r>
              <a:rPr lang="en-IN" b="1" dirty="0"/>
              <a:t>MODEL USED: </a:t>
            </a:r>
            <a:r>
              <a:rPr lang="en-IN" sz="2000" dirty="0"/>
              <a:t>Linear regression</a:t>
            </a:r>
          </a:p>
        </p:txBody>
      </p:sp>
    </p:spTree>
    <p:extLst>
      <p:ext uri="{BB962C8B-B14F-4D97-AF65-F5344CB8AC3E}">
        <p14:creationId xmlns:p14="http://schemas.microsoft.com/office/powerpoint/2010/main" val="24867913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FB88802-EC51-FBE7-DE83-ECC1F2776C8D}"/>
              </a:ext>
            </a:extLst>
          </p:cNvPr>
          <p:cNvSpPr txBox="1"/>
          <p:nvPr/>
        </p:nvSpPr>
        <p:spPr>
          <a:xfrm>
            <a:off x="2946400" y="2797294"/>
            <a:ext cx="6096000" cy="707886"/>
          </a:xfrm>
          <a:prstGeom prst="rect">
            <a:avLst/>
          </a:prstGeom>
          <a:noFill/>
        </p:spPr>
        <p:txBody>
          <a:bodyPr wrap="square">
            <a:spAutoFit/>
          </a:bodyPr>
          <a:lstStyle/>
          <a:p>
            <a:pPr algn="ctr"/>
            <a:r>
              <a:rPr lang="en-IN" sz="4000" b="1" dirty="0">
                <a:latin typeface="+mj-lt"/>
              </a:rPr>
              <a:t>THANK YOU</a:t>
            </a:r>
          </a:p>
        </p:txBody>
      </p:sp>
    </p:spTree>
    <p:extLst>
      <p:ext uri="{BB962C8B-B14F-4D97-AF65-F5344CB8AC3E}">
        <p14:creationId xmlns:p14="http://schemas.microsoft.com/office/powerpoint/2010/main" val="18856948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69778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680259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52427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212</TotalTime>
  <Words>330</Words>
  <Application>Microsoft Office PowerPoint</Application>
  <PresentationFormat>Widescreen</PresentationFormat>
  <Paragraphs>32</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Aptos Display</vt:lpstr>
      <vt:lpstr>Arial</vt:lpstr>
      <vt:lpstr>Baskerville Old Face</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mohamed nikkas</dc:creator>
  <cp:lastModifiedBy>mohamed nikkas</cp:lastModifiedBy>
  <cp:revision>1</cp:revision>
  <dcterms:created xsi:type="dcterms:W3CDTF">2025-11-13T18:43:38Z</dcterms:created>
  <dcterms:modified xsi:type="dcterms:W3CDTF">2025-11-20T11:59:27Z</dcterms:modified>
</cp:coreProperties>
</file>